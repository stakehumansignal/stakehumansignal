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0"/>
            <a:ext cx="2743200" cy="5486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StakeHumanSignal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stake skin.  Agents buy truth.  Yield flows forever.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stake-backed human review marketplace for AI agents.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Synthesis Hackathon — March 2026.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11118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Contracts Live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0" y="3566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11118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Tests Passing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566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11118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Prize Tracks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356616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11111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3566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on Vercel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stakehumansignal.vercel.app   |   stakesignal-api-production.up.railway.app   |   github.com/StakeHumanSignal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 Siew Win  ·  Solo Developer  ·  March 21,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1645920"/>
          </a:xfrm>
          <a:prstGeom prst="rect">
            <a:avLst/>
          </a:prstGeom>
          <a:solidFill>
            <a:srgbClr val="111118"/>
          </a:solidFill>
          <a:ln w="12700">
            <a:solidFill>
              <a:srgbClr val="00F0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stake real money on which AI policy is better for a given task.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pay to access those staked reviews.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reviewers earn Lido wstETH yield.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" y="2834640"/>
            <a:ext cx="2697480" cy="1737360"/>
          </a:xfrm>
          <a:prstGeom prst="rect">
            <a:avLst/>
          </a:prstGeom>
          <a:solidFill>
            <a:srgbClr val="111118"/>
          </a:solidFill>
          <a:ln w="12700">
            <a:solidFill>
              <a:srgbClr val="AC89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834640"/>
            <a:ext cx="2697480" cy="5486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735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5478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 USDC on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policy wins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2834640"/>
            <a:ext cx="2697480" cy="1737360"/>
          </a:xfrm>
          <a:prstGeom prst="rect">
            <a:avLst/>
          </a:prstGeom>
          <a:solidFill>
            <a:srgbClr val="111118"/>
          </a:solidFill>
          <a:ln w="12700">
            <a:solidFill>
              <a:srgbClr val="00F0FF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834640"/>
            <a:ext cx="269748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32735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35478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x402 to access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reviews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834640"/>
            <a:ext cx="2697480" cy="1737360"/>
          </a:xfrm>
          <a:prstGeom prst="rect">
            <a:avLst/>
          </a:prstGeom>
          <a:solidFill>
            <a:srgbClr val="111118"/>
          </a:solidFill>
          <a:ln w="12700">
            <a:solidFill>
              <a:srgbClr val="C5FFC9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2834640"/>
            <a:ext cx="2697480" cy="54864"/>
          </a:xfrm>
          <a:prstGeom prst="rect">
            <a:avLst/>
          </a:prstGeom>
          <a:solidFill>
            <a:srgbClr val="C5FFC9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9443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32735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547872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winner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blind A/B compare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90672" y="3703320"/>
            <a:ext cx="109728" cy="0"/>
          </a:xfrm>
          <a:prstGeom prst="line">
            <a:avLst/>
          </a:prstGeom>
          <a:noFill/>
          <a:ln w="19050">
            <a:solidFill>
              <a:srgbClr val="7A7A8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71032" y="3703320"/>
            <a:ext cx="109728" cy="0"/>
          </a:xfrm>
          <a:prstGeom prst="line">
            <a:avLst/>
          </a:prstGeom>
          <a:noFill/>
          <a:ln w="19050">
            <a:solidFill>
              <a:srgbClr val="7A7A8C"/>
            </a:solidFill>
            <a:prstDash val="dash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3152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31520"/>
            <a:ext cx="54864" cy="87782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772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795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 stakes wstETH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form → wallet connect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83080"/>
            <a:ext cx="54864" cy="87782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8288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7240" y="1847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stored on Filecoin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CID → permanent evidence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34640"/>
            <a:ext cx="54864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28803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7724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Job created on Base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StakeHumanSignalJob.sol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54864" cy="87782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3931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Agent pays x402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USDC → unlocks ranked claims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73152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731520"/>
            <a:ext cx="54864" cy="87782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7772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79552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recommended policy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decisions to agent_log.json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78308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783080"/>
            <a:ext cx="54864" cy="877824"/>
          </a:xfrm>
          <a:prstGeom prst="rect">
            <a:avLst/>
          </a:prstGeom>
          <a:solidFill>
            <a:srgbClr val="C5FFC9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82880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212080" y="18470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 validates blind A/B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12080" y="2258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SessionEscrow.sol settlement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3464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34640"/>
            <a:ext cx="54864" cy="87782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64608" y="288036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12080" y="2898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flows to Human 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3310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wstETH via LidoTreasury.sol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3886200"/>
            <a:ext cx="4206240" cy="877824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86200"/>
            <a:ext cx="54864" cy="87782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64608" y="3931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212080" y="39502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receipt minted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12080" y="4361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updated on-chain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44568" y="685800"/>
            <a:ext cx="0" cy="4114800"/>
          </a:xfrm>
          <a:prstGeom prst="line">
            <a:avLst/>
          </a:prstGeom>
          <a:noFill/>
          <a:ln w="12700">
            <a:solidFill>
              <a:srgbClr val="1E1E2E"/>
            </a:solidFill>
            <a:prstDash val="sysDot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 Tracks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0" y="137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$14,667+ realistic floor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85039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6583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stETH Agent Treasury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52160" y="65836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06640" y="73152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7315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097280"/>
            <a:ext cx="8503920" cy="384048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097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 MCP 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0972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17043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117043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1536192"/>
            <a:ext cx="85039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153619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Position Monitor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153619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$1,500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06640" y="1609344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0" y="16093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1975104"/>
            <a:ext cx="8503920" cy="384048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Labs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19751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Receipts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19751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2048256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6640" y="2048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2414016"/>
            <a:ext cx="85039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2414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Labs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920240" y="24140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Agent Cook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241401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06640" y="2487168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06640" y="248716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2852928"/>
            <a:ext cx="8503920" cy="384048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20240" y="2852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Services on Base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852160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$1,667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06640" y="2926080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0" y="29260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291840"/>
            <a:ext cx="85039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Filecoin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920240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Storage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52160" y="32918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406640" y="3364992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3649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730752"/>
            <a:ext cx="8503920" cy="384048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920240" y="37307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 Open Build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852160" y="37307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$2,000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406640" y="3803904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0664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169664"/>
            <a:ext cx="8503920" cy="3840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169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College.xyz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920240" y="41696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Founder's Bet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852160" y="41696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06640" y="4242816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42428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" y="4608576"/>
            <a:ext cx="8503920" cy="384048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608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920240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Track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852160" y="46085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$28,059 pool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06640" y="4681728"/>
            <a:ext cx="1280160" cy="237744"/>
          </a:xfrm>
          <a:prstGeom prst="roundRect">
            <a:avLst>
              <a:gd name="adj" fmla="val 15385"/>
            </a:avLst>
          </a:prstGeom>
          <a:solidFill>
            <a:srgbClr val="0A0A0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06640" y="4681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FFC9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2788920" cy="329184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685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14984"/>
            <a:ext cx="2788920" cy="384048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07899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StakeHumanSignalJob.sol — ERC-8183 job lifecycle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65506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LidoTreasury.sol — principal locked, yield-only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2311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ReceiptRegistry.sol — ERC-8004 + reputation score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80720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SessionEscrow.sol — blind A/B settlement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" y="338328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91 Solidity tests · 0 compiler warnings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9768" y="395935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Security: ReentrancyGuard, CEI, access control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685800"/>
            <a:ext cx="2788920" cy="32918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685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(Railway)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1014984"/>
            <a:ext cx="2788920" cy="384048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74136" y="107899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POST /reviews — structured claim submission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74136" y="165506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GET /reviews/top — x402-gated, 0.001 USDC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74136" y="22311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POST /sessions/open + /settle — escrow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74136" y="280720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GET /agent/log — live buyer agent decisions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74136" y="338328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GET /leaderboard — human reputation scores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74136" y="395935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67 Python tests · Filecoin via Lighthouse SDK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08776" y="685800"/>
            <a:ext cx="2788920" cy="32918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0216" y="6858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+ Agent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1014984"/>
            <a:ext cx="2788920" cy="384048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18504" y="107899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Landing · Marketplace · Submit · Validate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8504" y="1655064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Agent Feed (auto-refresh 10s) · Leaderboard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18504" y="2231136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Obsidian Architect design (Space Grotesk + JetBrains Mono)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18504" y="2807208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buyer_agent.py — full autonomous loop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18504" y="3383280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agent.json + agent_log.json — Protocol Labs req.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18504" y="3959352"/>
            <a:ext cx="257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Lido MCP: 5 tools, dry_run, vault monitor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Contracts — Base Sepolia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96012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13232"/>
            <a:ext cx="54864" cy="960120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04672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0A0A0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ERC-8183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08760" y="77724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StakeHumanSignalJob.sol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09728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0xE99027DDdF153Ac6305950cD3D58C25D17E39902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08760" y="131673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job lifecycle: createJob → fund → submit → complete/reject. Independence check enforced at contract level.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64792"/>
            <a:ext cx="8503920" cy="96012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64792"/>
            <a:ext cx="54864" cy="960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1856232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0A0A0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56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08760" y="182880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LidoTreasury.sol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08760" y="214884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0x8E29D161477D9BB00351eA2f69702451443d7bf5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508760" y="236829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permanently locked. Only yield distributes to winning reviewers via distributeYield().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816352"/>
            <a:ext cx="8503920" cy="96012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816352"/>
            <a:ext cx="54864" cy="9601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907792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0A0A0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07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288036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ReceiptRegistry.sol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320040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0xa39c7b475b0708a9854052Fb3Fbc93ccBf656332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08760" y="34198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identity + ownership mapping + independence score + human reputation averaged across all owned agents.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867912"/>
            <a:ext cx="8503920" cy="96012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867912"/>
            <a:ext cx="54864" cy="960120"/>
          </a:xfrm>
          <a:prstGeom prst="rect">
            <a:avLst/>
          </a:prstGeom>
          <a:solidFill>
            <a:srgbClr val="C5FFC9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959352"/>
            <a:ext cx="914400" cy="228600"/>
          </a:xfrm>
          <a:prstGeom prst="roundRect">
            <a:avLst>
              <a:gd name="adj" fmla="val 16000"/>
            </a:avLst>
          </a:prstGeom>
          <a:solidFill>
            <a:srgbClr val="0A0A0F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9593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508760" y="3931920"/>
            <a:ext cx="7178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SessionEscrow.sol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08760" y="4251960"/>
            <a:ext cx="7178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0xe817C338aD7612184CFB59AeA7962905b920e2e9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08760" y="447141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 deposits USDC reward. Outputs hashed. Blind compare settles: winner gets 90%, protocol 10%, or full refund.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— How to Use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29260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stakehumansignal.vercel.app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10896"/>
          </a:xfrm>
          <a:prstGeom prst="rect">
            <a:avLst/>
          </a:prstGeom>
          <a:solidFill>
            <a:srgbClr val="AC89FF"/>
          </a:solidFill>
          <a:ln w="12700">
            <a:solidFill>
              <a:srgbClr val="AC8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07899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4475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68249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wallet → auto-fills your address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103120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21579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/submit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23957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task, pick winner A/B, add rubric scores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16352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87121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/submit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" y="31089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optional: when_to_use, task_tags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529584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358444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/marketplace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9768" y="3822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review appears as a ranked claim card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42816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42976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/leaderboard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9768" y="45354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reputation score updates on wins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1078992"/>
            <a:ext cx="4114800" cy="310896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1078992"/>
            <a:ext cx="3895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Agent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1389888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44475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18888" y="1682496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api.agent.buyer_agent --once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103120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215798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/reviews/top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18888" y="2395728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0.001 USDC via x402 automatically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2816352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87121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on-chain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18888" y="3108960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recommended policy, logs decisions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529584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3584448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/agent-feed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18888" y="3822192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log visible in the Agent Feed page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4242816"/>
            <a:ext cx="4114800" cy="65836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429768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ReceiptRegistry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18888" y="4535424"/>
            <a:ext cx="3895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receipt minted for each job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solidFill>
            <a:srgbClr val="111118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B: Open /validate?session_id=XXX → blind A/B compare → pick winner → yield flows to Human 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Status — What's Not Done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54864" cy="777240"/>
          </a:xfrm>
          <a:prstGeom prst="rect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01000" y="795528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0A0A0F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01000" y="7955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740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03327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tracks require this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21615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Record 2-min screen capture showing full loop — today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536192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36192"/>
            <a:ext cx="54864" cy="777240"/>
          </a:xfrm>
          <a:prstGeom prst="rect">
            <a:avLst/>
          </a:prstGeom>
          <a:solidFill>
            <a:srgbClr val="FF5A5A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01000" y="1645920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0A0A0F"/>
          </a:solidFill>
          <a:ln w="12700">
            <a:solidFill>
              <a:srgbClr val="FF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16459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2920" y="15910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 Track Submission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188366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Nothing wins without submitting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066544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Submit via synthesis.devfolio.co/submission/skill.md after video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386584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386584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2496312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0A0A0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24963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24414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Filecoin CIDs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273405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Filecoin track at risk ($1,000)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91693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Get Lighthouse API key at lighthouse.storage — free, 5 minutes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236976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236976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01000" y="3346704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0A0A0F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01000" y="33467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29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wstETH Staking Tx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920" y="35844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Submit form uses text input, not real wallet tx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7673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Wallet connect on Submit page wires the actual ERC-20 approval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087368"/>
            <a:ext cx="8503920" cy="77724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4087368"/>
            <a:ext cx="54864" cy="777240"/>
          </a:xfrm>
          <a:prstGeom prst="rect">
            <a:avLst/>
          </a:prstGeom>
          <a:solidFill>
            <a:srgbClr val="7A7A8C"/>
          </a:solidFill>
          <a:ln w="12700">
            <a:solidFill>
              <a:srgbClr val="7A7A8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197096"/>
            <a:ext cx="731520" cy="201168"/>
          </a:xfrm>
          <a:prstGeom prst="roundRect">
            <a:avLst>
              <a:gd name="adj" fmla="val 18182"/>
            </a:avLst>
          </a:prstGeom>
          <a:solidFill>
            <a:srgbClr val="0A0A0F"/>
          </a:solidFill>
          <a:ln w="12700">
            <a:solidFill>
              <a:srgbClr val="7A7A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01000" y="4197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2920" y="4142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Protocol ZK / Bankr / MetaMask Delegation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44348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Keita's v3 wishlist — not built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6177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Plan: Deliberately cut. Economic sybil resistance (staking) covers MVP need.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— Prepared Answers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8580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testnet not mainnet?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16128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Judges accept testnet. Real tx hashes on Basescan. Mainnet after judging ends — saves real ETH during dev.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68580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68580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7772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no Bankr / Self Protocol / MetaMask Delegation?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64608" y="116128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Each needs 3-5 days solo. We cut them and won 6 tracks instead of gambling on 10 and shipping nothing.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10312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10312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194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does agent-agent interaction work?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" y="257860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Buyer Agent pays x402 to access reviews created by Human A's agent. One agent buying signal from another = real A2A.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0312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0312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1945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Is the settlement loop complete?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257860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Yes. SessionEscrow.sol + /validate page. Human B picks winner, USDC goes to reviewer (90%) or refunds buyer (100%).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52044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about Karan's Kleros idea?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" y="39959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Good v2 thinking. Not a Synthesis sponsor, adds latency. Venice handles neutral evaluation for MVP. Post-hackathon.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520440"/>
            <a:ext cx="4206240" cy="1298448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20440"/>
            <a:ext cx="4206240" cy="5486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does every review get rejected by the agent?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608" y="39959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Scorer bug was fixed in Phase 13. compute_retrieval_score uses task_match as primary, stake as tie-breaker only.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5FFC9"/>
          </a:solidFill>
          <a:ln w="12700">
            <a:solidFill>
              <a:srgbClr val="C5FF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— Where Each Sponsor Fits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8503920" cy="493776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836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00200" y="6583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Sepolia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0" y="65836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chain for all contracts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06640" y="65836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07008"/>
            <a:ext cx="8503920" cy="493776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0700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00200" y="12070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Lido wstETH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20700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locked → yield-only treasury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120700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 ×3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755648"/>
            <a:ext cx="8503920" cy="493776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75564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600200" y="17556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Filecoin Lighthouse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17556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review blobs + agent logs → real CIDs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17556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Filecoin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304288"/>
            <a:ext cx="8503920" cy="493776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0428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230428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 public facilitator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30428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micropayments at /reviews/top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06640" y="230428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852928"/>
            <a:ext cx="8503920" cy="493776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5292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600200" y="285292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C8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ERC-8004 + ERC-8183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285292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receipts + job lifecycle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85292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Labs ×2 + Virtuals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" y="3401568"/>
            <a:ext cx="8503920" cy="493776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0156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runtime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00200" y="340156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buyer_agent.py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40156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autonomous loop: fetch → score → complete → mint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06640" y="340156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Labs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950208"/>
            <a:ext cx="8503920" cy="493776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95020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395020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FF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SessionEscrow.sol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395020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B validates, USDC distributes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406640" y="395020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in Phase 19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4498848"/>
            <a:ext cx="8503920" cy="493776"/>
          </a:xfrm>
          <a:prstGeom prst="rect">
            <a:avLst/>
          </a:prstGeom>
          <a:solidFill>
            <a:srgbClr val="0D0D15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98848"/>
            <a:ext cx="1097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600200" y="4498848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Lido MCP server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0" y="4498848"/>
            <a:ext cx="3474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callable tools + dry_run + vault monitor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06640" y="4498848"/>
            <a:ext cx="1280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118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4864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STAKE SKIN.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0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BUY TRUTH.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20040" y="2286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100" kern="0" dirty="0">
                <a:solidFill>
                  <a:srgbClr val="AC8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FLOWS FOREVER.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Prize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03720" y="3337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5F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$14k+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03720" y="40050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</a:t>
            </a:r>
            <a:endParaRPr lang="en-US" sz="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44805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stakehumansignal.vercel.app   ·   github.com/StakeHumanSignal   ·   @LingSiewWin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StakeHumanSignal — Team Update</dc:title>
  <dc:subject>PptxGenJS Presentation</dc:subject>
  <dc:creator>PptxGenJS</dc:creator>
  <cp:lastModifiedBy>PptxGenJS</cp:lastModifiedBy>
  <cp:revision>1</cp:revision>
  <dcterms:created xsi:type="dcterms:W3CDTF">2026-03-21T15:47:10Z</dcterms:created>
  <dcterms:modified xsi:type="dcterms:W3CDTF">2026-03-21T15:47:10Z</dcterms:modified>
</cp:coreProperties>
</file>